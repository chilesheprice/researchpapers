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3864"/>
                </a:solidFill>
              </a:defRPr>
            </a:pPr>
            <a:r>
              <a:t>Menopause and the Heart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Chileshe Nkonde-Price, MD &amp; Jeffrey R. Bender,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Cardiovascular disease (CVD) is the leading cause of death in US women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Premenopausal women are relatively protected against CVD compared to men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The gender gap narrows at menopause, with CVD incidence increasing sharply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This led to the belief that estrogens are cardioprotective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However, randomized clinical trials have not consistently supported this belief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HRT is NOT currently recommended solely to prevent future heart attacks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For women with life-disrupting symptoms: topical estrogens first, then hormone patches at lowest effective dose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Treatment should be maintained for the shortest duration possible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For women a decade+ after menopause without symptoms, HRT should be discontinued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Whether HRT increases risk for heart attacks, strokes, and breast cancer remains under investigation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Observational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Nurses Health Study (NHS) - largest observational study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Started in 1976 with 122,000 nurses aged 30-55 years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Surveyed every 2 years over 4-year follow-up (93% participation)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Findings: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Women lacking endogenous estrogen had greater CVD risk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HRT reduced CVD incidence in postmenopausal women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Criticism: Selection bias - HRT users possibly healthier than non-users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Randomized Clinical Trials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Designed to address selection bias in observational studies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PEPI Trial (1995):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875 women aged 45-64 years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HRT improved CVD risk markers (↓LDL, ↓fibrinogen, ↑HDL)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Two most influential trials: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HERS - Secondary prevention trial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WHI - Primary prevention trial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HERS: Secondary Prevention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2,763 postmenopausal women with established CAD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Age range: 44-79 years (mean 67 years)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Randomized to estrogen/progestin therapy vs. placebo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Results: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NO significant reduction in MI or CAD-related death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MORE CAD events in first year of HRT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FEWER events in years 4 and beyond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Conclusion: Time-dependent effect - early harm, possible late benefit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WHI: Primary Prevention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27,000 healthy postmenopausal women without CVD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Age range: 50-79 years (mean 63 years, 12.5 years post-menopause)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Planned for 8.5 years, stopped at 5 years due to adverse outcomes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Results: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0.07% INCREASE in cardiovascular events with HRT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Similar time trend: more events year 1, fewer in years 4+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Major Impact: Led to widespread avoidance of HRT for CVD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Sorting Through the Conundrum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WHI average enrollment age: 63 years (11-12 years older than typical HRT initiation)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Secondary analysis by age groups (50-59, 60-69, 70-79):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Youngest group: LOWEST CVD risk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Oldest group: HIGHEST risk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HRT appeared PROTECTIVE in youngest group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Meta-analysis of 39,000+ women in 23 trials: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HRT reduces CHD risk in women &lt;60 years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No benefit in older women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Key Finding: TIMING of intervention is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Recent Clinical Trials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4472C4"/>
                </a:solidFill>
              </a:defRPr>
            </a:pPr>
            <a:r>
              <a:t>KEEPS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KEEPS (2014)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720 women, 42-58 years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Within 36 months of last menses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4-year follow-up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Results: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difference in CIMT or CAC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Improved lipid profiles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Better insulin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4472C4"/>
                </a:solidFill>
              </a:defRPr>
            </a:pPr>
            <a:r>
              <a:t>ELITE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ELITE (2014)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643 women in 2 groups: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&lt;6 years post-menopause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≥10 years post-menopause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5-year treatment duration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Results: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↓ vascular disease progression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ONLY if started within 6 years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Reinforces timing hypothesis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Major Study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NHS (Observational): ↓ CAD risk with HRT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HERS (Secondary Prevention): No difference overall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Increased events early, protective later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WHI (Primary Prevention): ↑ CVD, stroke, and VTE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0.07% increase overall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Trend toward protection in 50-59 age group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Danish Osteoporosis Study: Favorable outcomes when started in recently menopausal women (mean age 49.7)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Clinical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HRT is NOT recommended solely for CVD prevention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HRT IS the most effective treatment for menopausal symptoms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If symptoms are lifestyle-limiting: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Start during menopausal transition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Use lowest effective hormone doses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Consider topical estrogens first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Initiating after age 60 or continuing past 60: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Must be individualized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Conservative risk-benefit assessment required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Include all standard cardiovascular risks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The Timing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Early initiation (within menopausal transition):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May reduce atherosclerosis progression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Potentially cardioprotective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Lower cardiovascular risk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Late initiation (&gt;10 years post-menopause):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No cardiovascular benefit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May increase risk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• Not recommended for CVD prevention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Key Message: The timing of HRT initiation matters more than previously recognized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CVD remains the #1 cause of death in US postmenopausal women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The cardioprotective effect of estrogen is complex and timing-dependent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Current evidence does not support HRT solely for CVD prevention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Statistically significant data supporting HRT within specific age windows is accumulating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For symptom management: HRT remains most effective when started early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Individualized risk-benefit assessment is essential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Research continues to define optimal treatment windows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